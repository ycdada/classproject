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《数据结构》智能出卷系统</a:t>
            </a:r>
          </a:p>
          <a:p>
            <a:pPr algn="ctr">
              <a:defRPr sz="1800">
                <a:solidFill>
                  <a:srgbClr val="0E7C86"/>
                </a:solidFill>
              </a:defRPr>
            </a:pPr>
            <a:r>
              <a:t>完善版 v3 · 教师端 · 考查范围 + 题目草稿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题目与基础需求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数据结构智能出卷系统 完善版</a:t>
            </a:r>
          </a:p>
          <a:p>
            <a:pPr>
              <a:spcAft>
                <a:spcPts val="1200"/>
              </a:spcAft>
              <a:defRPr sz="2000"/>
            </a:pPr>
            <a:r>
              <a:t>• 唯一用户：教师</a:t>
            </a:r>
          </a:p>
          <a:p>
            <a:pPr>
              <a:spcAft>
                <a:spcPts val="1200"/>
              </a:spcAft>
              <a:defRPr sz="2000"/>
            </a:pPr>
            <a:r>
              <a:t>• 七条基础需求：材料库 / 知识抽取 / 出卷需求 / 考查范围 / 树状审核 / 组卷 / 预览导出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问题：静默补题与无考查范围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旧版组卷：题库不足时模型写题直接入库，未经教师确认</a:t>
            </a:r>
          </a:p>
          <a:p>
            <a:pPr>
              <a:spcAft>
                <a:spcPts val="1200"/>
              </a:spcAft>
              <a:defRPr sz="2000"/>
            </a:pPr>
            <a:r>
              <a:t>• 旧版组卷：没有本次考试的考查范围对象，向导只显示节点编号</a:t>
            </a:r>
          </a:p>
          <a:p>
            <a:pPr>
              <a:spcAft>
                <a:spcPts val="1200"/>
              </a:spcAft>
              <a:defRPr sz="2000"/>
            </a:pPr>
            <a:r>
              <a:t>• 旧版抽取：知识点缺少解题步骤，试卷难以贴合教学讲法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目标完善点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新增考查范围：提出 → 审核 → 确认，未确认不得组卷</a:t>
            </a:r>
          </a:p>
          <a:p>
            <a:pPr>
              <a:spcAft>
                <a:spcPts val="1200"/>
              </a:spcAft>
              <a:defRPr sz="2000"/>
            </a:pPr>
            <a:r>
              <a:t>• 新增题目草稿：缺口只拟草稿，教师接受才入题库</a:t>
            </a:r>
          </a:p>
          <a:p>
            <a:pPr>
              <a:spcAft>
                <a:spcPts val="1200"/>
              </a:spcAft>
              <a:defRPr sz="2000"/>
            </a:pPr>
            <a:r>
              <a:t>• 抽取增加解题步骤；前端整体换为 React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前端：React 18 + TypeScript + Vite + Ant Design 5 + React Router + Zustand</a:t>
            </a:r>
          </a:p>
          <a:p>
            <a:pPr>
              <a:spcAft>
                <a:spcPts val="1200"/>
              </a:spcAft>
              <a:defRPr sz="2000"/>
            </a:pPr>
            <a:r>
              <a:t>• 后端：FastAPI + SQLAlchemy async + ChromaDB + DeepSeek + 本地中文嵌入</a:t>
            </a:r>
          </a:p>
          <a:p>
            <a:pPr>
              <a:spcAft>
                <a:spcPts val="1200"/>
              </a:spcAft>
              <a:defRPr sz="2000"/>
            </a:pPr>
            <a:r>
              <a:t>• 教学助手：单一 LangGraph 状态机，支持中断与续聊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课程材料库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上传教案 / PPT / 大纲，材料带种类标签</a:t>
            </a:r>
          </a:p>
          <a:p>
            <a:pPr>
              <a:spcAft>
                <a:spcPts val="1200"/>
              </a:spcAft>
              <a:defRPr sz="2000"/>
            </a:pPr>
            <a:r>
              <a:t>• 解析正文入库，列表与详情按种类区分</a:t>
            </a:r>
          </a:p>
          <a:p>
            <a:pPr>
              <a:spcAft>
                <a:spcPts val="1200"/>
              </a:spcAft>
              <a:defRPr sz="2000"/>
            </a:pPr>
            <a:r>
              <a:t>• 删除材料时同步清理派生知识树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知识抽取（含解题步骤）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章 → 节 → 点三级知识树</a:t>
            </a:r>
          </a:p>
          <a:p>
            <a:pPr>
              <a:spcAft>
                <a:spcPts val="1200"/>
              </a:spcAft>
              <a:defRPr sz="2000"/>
            </a:pPr>
            <a:r>
              <a:t>• 点承载术语、定义、教学重点</a:t>
            </a:r>
          </a:p>
          <a:p>
            <a:pPr>
              <a:spcAft>
                <a:spcPts val="1200"/>
              </a:spcAft>
              <a:defRPr sz="2000"/>
            </a:pPr>
            <a:r>
              <a:t>• 新增解题步骤字段：只抄材料原文，不得编造，没有则留空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出卷需求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教学进度、考试范围、重点考查方向</a:t>
            </a:r>
          </a:p>
          <a:p>
            <a:pPr>
              <a:spcAft>
                <a:spcPts val="1200"/>
              </a:spcAft>
              <a:defRPr sz="2000"/>
            </a:pPr>
            <a:r>
              <a:t>• 题型数量与难度分布、时长与总分</a:t>
            </a:r>
          </a:p>
          <a:p>
            <a:pPr>
              <a:spcAft>
                <a:spcPts val="1200"/>
              </a:spcAft>
              <a:defRPr sz="2000"/>
            </a:pPr>
            <a:r>
              <a:t>• 可选关联材料，缩小范围来源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考查范围确认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ScopeBuilder 按需求过滤知识树，保留祖先链</a:t>
            </a:r>
          </a:p>
          <a:p>
            <a:pPr>
              <a:spcAft>
                <a:spcPts val="1200"/>
              </a:spcAft>
              <a:defRPr sz="2000"/>
            </a:pPr>
            <a:r>
              <a:t>• 教师改文案、增删节点、勾选包含</a:t>
            </a:r>
          </a:p>
          <a:p>
            <a:pPr>
              <a:spcAft>
                <a:spcPts val="1200"/>
              </a:spcAft>
              <a:defRPr sz="2000"/>
            </a:pPr>
            <a:r>
              <a:t>• 确认后锁定：再修改返回 409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组卷与题目草稿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PaperAssembler：确认范围 + 题库检索装配</a:t>
            </a:r>
          </a:p>
          <a:p>
            <a:pPr>
              <a:spcAft>
                <a:spcPts val="1200"/>
              </a:spcAft>
              <a:defRPr sz="2000"/>
            </a:pPr>
            <a:r>
              <a:t>• 缺口产生题目草稿，questions 表零插入</a:t>
            </a:r>
          </a:p>
          <a:p>
            <a:pPr>
              <a:spcAft>
                <a:spcPts val="1200"/>
              </a:spcAft>
              <a:defRPr sz="2000"/>
            </a:pPr>
            <a:r>
              <a:t>• 教师接受草稿后题目才进题库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教学助手状态机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意图路由 → 搜题 / 知识问答 / 组卷</a:t>
            </a:r>
          </a:p>
          <a:p>
            <a:pPr>
              <a:spcAft>
                <a:spcPts val="1200"/>
              </a:spcAft>
              <a:defRPr sz="2000"/>
            </a:pPr>
            <a:r>
              <a:t>• 组卷：提出范围 → 范围审核中断 → 装配 → 试卷审核中断</a:t>
            </a:r>
          </a:p>
          <a:p>
            <a:pPr>
              <a:spcAft>
                <a:spcPts val="1200"/>
              </a:spcAft>
              <a:defRPr sz="2000"/>
            </a:pPr>
            <a:r>
              <a:t>• 断线续聊：SQLite 检查点恢复线程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导出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DOCX / PDF / TXT，含答案与不含答案两个版本</a:t>
            </a:r>
          </a:p>
          <a:p>
            <a:pPr>
              <a:spcAft>
                <a:spcPts val="1200"/>
              </a:spcAft>
              <a:defRPr sz="2000"/>
            </a:pPr>
            <a:r>
              <a:t>• 答题卡 PDF 与题号对齐</a:t>
            </a:r>
          </a:p>
          <a:p>
            <a:pPr>
              <a:spcAft>
                <a:spcPts val="1200"/>
              </a:spcAft>
              <a:defRPr sz="2000"/>
            </a:pPr>
            <a:r>
              <a:t>• 预览页可改题干、选项、答案、解析、分值、顺序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差异验收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两套差异基线：冻结旧源码 + 冻结学术文稿</a:t>
            </a:r>
          </a:p>
          <a:p>
            <a:pPr>
              <a:spcAft>
                <a:spcPts val="1200"/>
              </a:spcAft>
              <a:defRPr sz="2000"/>
            </a:pPr>
            <a:r>
              <a:t>• 源码 churn 100%；模块替换 15/19 ≈ 79%；文档重写达标</a:t>
            </a:r>
          </a:p>
          <a:p>
            <a:pPr>
              <a:spcAft>
                <a:spcPts val="1200"/>
              </a:spcAft>
              <a:defRPr sz="2000"/>
            </a:pPr>
            <a:r>
              <a:t>• 度量脚本 measure_diff.py 退出码 0 视为过门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上传 PPT 与教案 → 提取知识树查看解题步骤</a:t>
            </a:r>
          </a:p>
          <a:p>
            <a:pPr>
              <a:spcAft>
                <a:spcPts val="1200"/>
              </a:spcAft>
              <a:defRPr sz="2000"/>
            </a:pPr>
            <a:r>
              <a:t>• 组卷向导：需求 → 范围确认 → 试卷 + 草稿提醒</a:t>
            </a:r>
          </a:p>
          <a:p>
            <a:pPr>
              <a:spcAft>
                <a:spcPts val="1200"/>
              </a:spcAft>
              <a:defRPr sz="2000"/>
            </a:pPr>
            <a:r>
              <a:t>• 草稿页接受一题 → 题库可查 → 导出 DOCX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7C86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组卷主线严格对齐基础需求七条</a:t>
            </a:r>
          </a:p>
          <a:p>
            <a:pPr>
              <a:spcAft>
                <a:spcPts val="1200"/>
              </a:spcAft>
              <a:defRPr sz="2000"/>
            </a:pPr>
            <a:r>
              <a:t>• 考查范围与题目草稿成为可审核对象</a:t>
            </a:r>
          </a:p>
          <a:p>
            <a:pPr>
              <a:spcAft>
                <a:spcPts val="1200"/>
              </a:spcAft>
              <a:defRPr sz="2000"/>
            </a:pPr>
            <a:r>
              <a:t>• 两套基线 30% 差异可量化验收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